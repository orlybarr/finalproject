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🚌 ניטור תחבורה ציבורית — זמן אמת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F7FA"/>
                </a:solidFill>
                <a:latin typeface="Arial"/>
              </a:defRPr>
            </a:pPr>
            <a:r>
              <a:t>פלטפורמת ניטור Big Data לתחבורה ציבורית בגוש דן ותל אביב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DD0E1"/>
                </a:solidFill>
                <a:latin typeface="Arial"/>
              </a:defRPr>
            </a:pPr>
            <a:r>
              <a:t>Real-Time Public Transit Monitoring — Big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DD0E1"/>
                </a:solidFill>
                <a:latin typeface="Arial"/>
              </a:defRPr>
            </a:pPr>
            <a:r>
              <a:t>Kafka • Airflow • Elasticsearch • MinIO • Kibana • Flask • PWA • ngrok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פרויקט סיום • מאי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סקירה כללית של הפרויקט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מה המערכת עושה?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Arial"/>
              </a:defRPr>
            </a:pPr>
            <a:r>
              <a:t>פלטפורמה לניטור תחבורה ציבורית בזמן אמת — איסוף, עיבוד, אחסון והצגה של נתוני GPS מאלפי אוטובוסים ורכבות בגוש דן.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מעקב חי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מיקום GPS של אלפי אוטובוסים ורכבות מתעדכן כל 2 דקות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01168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ניתוח נתונים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80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דשבורדים ב-Kibana — איחורים, עומסי תנועה, פעילות מפעילים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01168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תנועה בכבישים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80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מהירויות ועומסים מ-HERE Traffic API לכל הארץ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01168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אפליקציה ניידית +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880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PWA בסגנון Moovit + AI agent עם Gemini</a:t>
            </a:r>
            <a:br/>
            <a:r>
              <a:t>נגישה מרחוק דרך ngrok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ארכיטקטורה — תמונה כוללת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ארבע שכבות: מקור נתונים → ייבוא → אחסון → הצגה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234440"/>
            <a:ext cx="2606040" cy="47548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3716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Arial"/>
              </a:defRPr>
            </a:pPr>
            <a:r>
              <a:t>מקור הנתונים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External APIs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057400" cy="18288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Trashut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4028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Open Bus Stride</a:t>
            </a:r>
            <a:br/>
            <a:r>
              <a:t>(Hasadna)</a:t>
            </a:r>
          </a:p>
        </p:txBody>
      </p:sp>
      <p:pic>
        <p:nvPicPr>
          <p:cNvPr id="12" name="Picture 11" descr="PTrashut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47472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4023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MOT GTFS-RT</a:t>
            </a:r>
            <a:br/>
            <a:r>
              <a:t>(משרד התחבורה)</a:t>
            </a:r>
          </a:p>
        </p:txBody>
      </p:sp>
      <p:pic>
        <p:nvPicPr>
          <p:cNvPr id="14" name="Picture 13" descr="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70916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5257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HERE Traffic</a:t>
            </a:r>
            <a:br/>
            <a:r>
              <a:t>API v7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3337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234440"/>
            <a:ext cx="2606040" cy="47548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3716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Arial"/>
              </a:defRPr>
            </a:pPr>
            <a:r>
              <a:t>שכבת ייבוא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Ingestion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011680"/>
            <a:ext cx="2057400" cy="1828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pach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24028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0896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Apache Kafka</a:t>
            </a:r>
            <a:br/>
            <a:r>
              <a:t>9 Topics</a:t>
            </a:r>
          </a:p>
        </p:txBody>
      </p:sp>
      <p:pic>
        <p:nvPicPr>
          <p:cNvPr id="23" name="Picture 22" descr="apache-air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47472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08960" y="4023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Apache Airflow</a:t>
            </a:r>
            <a:br/>
            <a:r>
              <a:t>6 DAGs</a:t>
            </a:r>
          </a:p>
        </p:txBody>
      </p:sp>
      <p:pic>
        <p:nvPicPr>
          <p:cNvPr id="25" name="Picture 24" descr="pyth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470916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108960" y="5257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Python Producers</a:t>
            </a:r>
            <a:br/>
            <a:r>
              <a:t>+ Cron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3337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1234440"/>
            <a:ext cx="2606040" cy="4754880"/>
          </a:xfrm>
          <a:prstGeom prst="roundRect">
            <a:avLst/>
          </a:prstGeom>
          <a:solidFill>
            <a:srgbClr val="FEF3E0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13716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Arial"/>
              </a:defRPr>
            </a:pPr>
            <a:r>
              <a:t>שכבת אחסון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Storage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011680"/>
            <a:ext cx="2057400" cy="18288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inio-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240280"/>
            <a:ext cx="502920" cy="502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MinIO</a:t>
            </a:r>
            <a:br/>
            <a:r>
              <a:t>Data Lake (S3)</a:t>
            </a:r>
          </a:p>
        </p:txBody>
      </p:sp>
      <p:pic>
        <p:nvPicPr>
          <p:cNvPr id="34" name="Picture 33" descr="elastic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474720"/>
            <a:ext cx="502920" cy="5029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43600" y="4023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Elasticsearch</a:t>
            </a:r>
            <a:br/>
            <a:r>
              <a:t>Search Index</a:t>
            </a:r>
          </a:p>
        </p:txBody>
      </p:sp>
      <p:pic>
        <p:nvPicPr>
          <p:cNvPr id="36" name="Picture 35" descr="pgadm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4709160"/>
            <a:ext cx="502920" cy="5029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943600" y="5257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PostgreSQL</a:t>
            </a:r>
            <a:br/>
            <a:r>
              <a:t>GTFS Static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3337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1234440"/>
            <a:ext cx="2606040" cy="475488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EC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13716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Arial"/>
              </a:defRPr>
            </a:pPr>
            <a:r>
              <a:t>שכבת הצגה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Presentation Layer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2011680"/>
            <a:ext cx="2057400" cy="18288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yth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2240280"/>
            <a:ext cx="50292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7824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Flask Bot</a:t>
            </a:r>
            <a:br/>
            <a:r>
              <a:t>port 5000 + PWA</a:t>
            </a:r>
          </a:p>
        </p:txBody>
      </p:sp>
      <p:pic>
        <p:nvPicPr>
          <p:cNvPr id="45" name="Picture 44" descr="elastic-kiban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8360" y="3474720"/>
            <a:ext cx="50292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778240" y="4023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Kibana</a:t>
            </a:r>
            <a:br/>
            <a:r>
              <a:t>Dashboards</a:t>
            </a:r>
          </a:p>
        </p:txBody>
      </p:sp>
      <p:pic>
        <p:nvPicPr>
          <p:cNvPr id="47" name="Picture 46" descr="naya transi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8360" y="4709160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778240" y="5257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Gush Dan App</a:t>
            </a:r>
            <a:br/>
            <a:r>
              <a:t>Moovit-style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מקורות הנתונים  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3 APIs ציבוריים — ללא צורך ברישום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474720" cy="4389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83"/>
                </a:solidFill>
                <a:latin typeface="Arial"/>
              </a:defRPr>
            </a:pPr>
            <a:r>
              <a:t>Open Bus Stride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open-bus-stride-api.hasadna.org.il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• מיקומי GPS של אוטובוסים ורכבות (SIRI)</a:t>
            </a:r>
            <a:br/>
            <a:r>
              <a:t>• מסלולי קווים מלאים (GTFS)</a:t>
            </a:r>
            <a:br/>
            <a:r>
              <a:t>• 12 מפעילים: דן, אגד, סופרבוס, רכבת ישראל...</a:t>
            </a:r>
            <a:br/>
            <a:r>
              <a:t>• נתונים היסטוריים לבאקפיל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474720" cy="4389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83"/>
                </a:solidFill>
                <a:latin typeface="Arial"/>
              </a:defRPr>
            </a:pPr>
            <a:r>
              <a:t>MOT GTFS-RT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gtfs.mot.gov.il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• TripUpdates — עיכובי נסיעות</a:t>
            </a:r>
            <a:br/>
            <a:r>
              <a:t>• ServiceAlerts — התראות שירות</a:t>
            </a:r>
            <a:br/>
            <a:r>
              <a:t>• VehiclePositions — מיקומי רכבים</a:t>
            </a:r>
            <a:br/>
            <a:r>
              <a:t>• Protocol Buffers בינארי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371600"/>
            <a:ext cx="3474720" cy="4389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83"/>
                </a:solidFill>
                <a:latin typeface="Arial"/>
              </a:defRPr>
            </a:pPr>
            <a:r>
              <a:t>HERE Traffic v7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data.traffic.hereapi.com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• מהירות בפועל ומהירות חופשית</a:t>
            </a:r>
            <a:br/>
            <a:r>
              <a:t>• Jam Factor (0-10) — מקדם עומס</a:t>
            </a:r>
            <a:br/>
            <a:r>
              <a:t>• 11 אזורי כיסוי בישראל</a:t>
            </a:r>
            <a:br/>
            <a:r>
              <a:t>• עדכון: כל 5 דקות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שכבת הייבוא  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Apache Kafka + Apache Airflow + Cron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7B83"/>
                </a:solidFill>
                <a:latin typeface="Arial"/>
              </a:defRPr>
            </a:pPr>
            <a:r>
              <a:t>Apache Kafka — 9 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645920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bus-positions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642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4p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500/דק׳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993392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train-positions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4p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011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300/דק׳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340864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591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traffic-data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2p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359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443/דק׳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688336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706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trip-updates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7066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2p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7066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500/דק׳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035808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054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service-alerts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540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0540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133/דק׳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383280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4015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delay-events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01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1p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4015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אירועי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730752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749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pipeline-errors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749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1p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749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שגיאות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7B83"/>
                </a:solidFill>
                <a:latin typeface="Arial"/>
              </a:defRPr>
            </a:pPr>
            <a:r>
              <a:t>Apache Airflow — 6 DAGs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164592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67335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dag_realtime_ingestion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6733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2 דקות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16733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מריץ Producers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205740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208483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dag_etl_transform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08483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5 דקות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20848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Kafka → Delay events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246888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249631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dag_es_indexer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49631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5 דקות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249631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MinIO → 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288036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290779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dag_direct_traffic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90779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5 דקות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290779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HERE → MinIO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329184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331927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dag_direct_alerts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31927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שעה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31927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התראות שירות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0" y="370332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373075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dag_gtfs_load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7307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פעם ביום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7307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GTFS סטטי → PostgreSQL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029200"/>
            <a:ext cx="11430000" cy="109728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7B83"/>
                </a:solidFill>
                <a:latin typeface="Arial"/>
              </a:defRPr>
            </a:pPr>
            <a:r>
              <a:t>🛡️ Cron Pipeline + Watchdog — גיבוי כפול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440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resilient_pipeline_run.sh (כל 5 דק׳) + watchdog.sh (כל דק׳) + wake_backfill.py (כל 15 דק׳ — זיהוי פערים אוטומטי)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שכבת האחסון  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שלוש מערכות אחסון לפי סוג השימוש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🗄️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MinIO — Data 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S3-compatible Object Store</a:t>
            </a:r>
            <a:br/>
            <a:br/>
            <a:r>
              <a:t>Bucket: israel-transit-lake</a:t>
            </a:r>
            <a:br/>
            <a:br/>
            <a:r>
              <a:t>מבנה: raw/{topic}/year=Y/month=M/day=D/hour=H</a:t>
            </a:r>
            <a:br/>
            <a:br/>
            <a:r>
              <a:t>גרסאות: raw + processed</a:t>
            </a:r>
            <a:br/>
            <a:br/>
            <a:r>
              <a:t>נתונים: ~4,600+ קבצים</a:t>
            </a:r>
            <a:br/>
            <a:br/>
            <a:r>
              <a:t>באקפיל: 156K רשומות היסטוריות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Elasticsearch 8.8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24028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Distributed Search Engine</a:t>
            </a:r>
            <a:br/>
            <a:br/>
            <a:r>
              <a:t>transit-bus-positions: 268K docs</a:t>
            </a:r>
            <a:br/>
            <a:r>
              <a:t>transit-train-positions: 508K docs</a:t>
            </a:r>
            <a:br/>
            <a:r>
              <a:t>transit-traffic: 67K docs</a:t>
            </a:r>
            <a:br/>
            <a:r>
              <a:t>transit-trip-updates: 51K docs</a:t>
            </a:r>
            <a:br/>
            <a:r>
              <a:t>transit-service-alerts: 17K docs</a:t>
            </a:r>
            <a:br/>
            <a:br/>
            <a:r>
              <a:t>Heap: 256-512MB (מוטבל ל-VM)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37160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PostgreSQL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24028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Relational Database</a:t>
            </a:r>
            <a:br/>
            <a:br/>
            <a:r>
              <a:t>Schema: gtfs</a:t>
            </a:r>
            <a:br/>
            <a:r>
              <a:t>(routes, stops, trips, stop_times)</a:t>
            </a:r>
            <a:br/>
            <a:br/>
            <a:r>
              <a:t>Schema: airflow</a:t>
            </a:r>
            <a:br/>
            <a:r>
              <a:t>(DAG runs, tasks)</a:t>
            </a:r>
            <a:br/>
            <a:br/>
            <a:r>
              <a:t>Port: 5432</a:t>
            </a:r>
            <a:br/>
            <a:br/>
            <a:r>
              <a:t>טעינת GTFS אוטומטית ב-run.sh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זרימת נתונים מקצה לקצה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מסע של רשומה אחת מה-API עד למשתמש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API חיצוני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Stride /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2️⃣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Producer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Topic + Partitions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199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199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4️⃣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Consumer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199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Airflow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19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5️⃣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MinIO + 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6️⃣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Flask / Kibana / PWA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840480"/>
            <a:ext cx="114300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💡 דוגמה: GPS של אוטובוס דן קו 1 ביציאה מתחנה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Stride API → BusProducer → Kafka 'bus-positions' → Airflow consumer → MinIO (raw + processed) → Elasticsearch → Kibana / PWA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עמידות המערכת  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Store-and-Forward + השלמת פערים אוטומטית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8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מצב רגיל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API → Producer → MinIO → ES</a:t>
            </a:r>
            <a:br/>
            <a:r>
              <a:t>הנתונים זורמים ישירות, אפס פערים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2801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MinIO נופל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148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API → Producer → Local Buffer</a:t>
            </a:r>
            <a:br/>
            <a:r>
              <a:t>נשמר על דיסק ב-/buffer/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2801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MinIO חוזר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148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Buffer → Flush → MinIO → ES</a:t>
            </a:r>
            <a:br/>
            <a:r>
              <a:t>אוטומטי בריצת cron הבאה (5 דק׳)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474720"/>
            <a:ext cx="11430000" cy="25603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07B83"/>
                </a:solidFill>
                <a:latin typeface="Arial"/>
              </a:defRPr>
            </a:pPr>
            <a:r>
              <a:t>💡 חדש! השלמת פערים אוטומטית (wake_backfill.py)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בעיה: כשהלפטופ במצב שינה, ה-VM עושה pause —</a:t>
            </a:r>
            <a:br/>
            <a:r>
              <a:t>אין איסוף נתונים במשך השינה.</a:t>
            </a:r>
            <a:br/>
            <a:br/>
            <a:r>
              <a:t>פתרון: סקריפט שרץ כל 15 דקות (cron),</a:t>
            </a:r>
            <a:br/>
            <a:r>
              <a:t>סורק 24 שעות אחורה שעה-שעה,</a:t>
            </a:r>
            <a:br/>
            <a:r>
              <a:t>מזהה פערים וממלא מ-Stride 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977639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Arial"/>
              </a:defRPr>
            </a:pPr>
            <a:r>
              <a:t>תוצאות בפועל:</a:t>
            </a:r>
            <a:br/>
            <a:br/>
            <a:r>
              <a:t>• 13 ימים חסרים מולאו בהרצה אחת</a:t>
            </a:r>
            <a:br/>
            <a:r>
              <a:t>• 156,000 רשומות אוטובוסים</a:t>
            </a:r>
            <a:br/>
            <a:r>
              <a:t>• 58,804 רשומות נסיעות</a:t>
            </a:r>
            <a:br/>
            <a:r>
              <a:t>• אפס איבוד נתונים!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ממשק המשתמש  🖥️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PWA ניידית + Flask Bot + Kibana + גישה מרחוק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9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28016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Gush Dan PWA (ניידית!)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48840"/>
            <a:ext cx="2560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אפליקציה בסגנון Moovit</a:t>
            </a:r>
            <a:br/>
            <a:br/>
            <a:r>
              <a:t>• מפה אינטראקטיבית (Leaflet)</a:t>
            </a:r>
            <a:br/>
            <a:r>
              <a:t>• 12 מפעילים עם קווים פעילים</a:t>
            </a:r>
            <a:br/>
            <a:r>
              <a:t>• מסלול קו עם תחנות GTFS</a:t>
            </a:r>
            <a:br/>
            <a:r>
              <a:t>• דנקל קו אדום (22 תחנות)</a:t>
            </a:r>
            <a:br/>
            <a:r>
              <a:t>• Service Worker + Cache</a:t>
            </a:r>
            <a:br/>
            <a:r>
              <a:t>• נגישה מנייד: QR → מובייל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8016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Flask Bot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48840"/>
            <a:ext cx="2560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bot.py — port 5000</a:t>
            </a:r>
            <a:br/>
            <a:br/>
            <a:r>
              <a:t>• /gushdan — אפליקציית PWA</a:t>
            </a:r>
            <a:br/>
            <a:r>
              <a:t>• /ask — Gemini AI agent</a:t>
            </a:r>
            <a:br/>
            <a:r>
              <a:t>• /status — סטטוס מערכת</a:t>
            </a:r>
            <a:br/>
            <a:r>
              <a:t>• /proxy/stride/* — מעקף CORS</a:t>
            </a:r>
            <a:br/>
            <a:r>
              <a:t>• /gtfs/* — שאילתות PostgreSQL</a:t>
            </a:r>
            <a:br/>
            <a:r>
              <a:t>• /api/dankal — רכבת קלה</a:t>
            </a:r>
            <a:br/>
            <a:r>
              <a:t>• 20+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Kibana 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48840"/>
            <a:ext cx="2560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Kibana 8.8 — port 5601</a:t>
            </a:r>
            <a:br/>
            <a:br/>
            <a:r>
              <a:t>• ניטור תחבורה — זמן אמת</a:t>
            </a:r>
            <a:br/>
            <a:r>
              <a:t>• ניתוח תנועה ועיכובים</a:t>
            </a:r>
            <a:br/>
            <a:r>
              <a:t>• 70+ ויזואליזציות</a:t>
            </a:r>
            <a:br/>
            <a:r>
              <a:t>• 5 index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8016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גישה מרחוק (ngrok)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2560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גישה מכל מקום</a:t>
            </a:r>
            <a:br/>
            <a:br/>
            <a:r>
              <a:t>• ngrok tunnel → port 5000</a:t>
            </a:r>
            <a:br/>
            <a:r>
              <a:t>• נגישה מהנייד מחוץ לבית</a:t>
            </a:r>
            <a:br/>
            <a:r>
              <a:t>• QR Code לסריקה מהירה</a:t>
            </a:r>
            <a:br/>
            <a:r>
              <a:t>• HTTPS אוטומטי</a:t>
            </a:r>
            <a:br/>
            <a:r>
              <a:t>• Auto-start ב-boot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המערכת בזמן אמת  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מספרים מתוך ה-VM הפועל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268,771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רשומות אוטובוס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508,772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רשומות רכבת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67,423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מקטעי תנועה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51,874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עדכוני נסיעה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17,512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התראות שירות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4,600+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קבצים ב-MinIO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926080"/>
            <a:ext cx="114300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017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📦 נתונים שמולאו בבאקפיל (Stride 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156,000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אוטובוסים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58,804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נסיעות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ימים חסרים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38+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ימים עם נתונים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33333"/>
                </a:solidFill>
                <a:latin typeface="Arial"/>
              </a:defRPr>
            </a:pPr>
            <a:r>
              <a:t>🟢 קווים פעילים עכשיו (velocity &gt; 0):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12064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F0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15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קווי דן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0" y="512064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F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715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קווי אגד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512064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F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715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קווי סופרבוס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כל הטכנולוגיות שבשימוש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Python 3.12</a:t>
            </a:r>
            <a:br/>
            <a:r>
              <a:t>Flask (HTTP server)</a:t>
            </a:r>
            <a:br/>
            <a:r>
              <a:t>asyncio + threading</a:t>
            </a:r>
            <a:br/>
            <a:r>
              <a:t>boto3 (S3/MinIO)</a:t>
            </a:r>
            <a:br/>
            <a:r>
              <a:t>elasticsearch-py</a:t>
            </a:r>
            <a:br/>
            <a:r>
              <a:t>kafka-python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Big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Apache Kafka 7.5</a:t>
            </a:r>
            <a:br/>
            <a:r>
              <a:t>Apache Airflow 2.7</a:t>
            </a:r>
            <a:br/>
            <a:r>
              <a:t>Elasticsearch 8.8</a:t>
            </a:r>
            <a:br/>
            <a:r>
              <a:t>MinIO (S3-compatible)</a:t>
            </a:r>
            <a:br/>
            <a:r>
              <a:t>Apache Zookeeper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PostgreSQL 13</a:t>
            </a:r>
            <a:br/>
            <a:r>
              <a:t>psycopg2</a:t>
            </a:r>
            <a:br/>
            <a:r>
              <a:t>SQL (GTFS schema)</a:t>
            </a:r>
            <a:br/>
            <a:r>
              <a:t>Hive-style partitions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HTML5 + JavaScript ES6+</a:t>
            </a:r>
            <a:br/>
            <a:r>
              <a:t>Leaflet (maps)</a:t>
            </a:r>
            <a:br/>
            <a:r>
              <a:t>Kibana 8.8</a:t>
            </a:r>
            <a:br/>
            <a:r>
              <a:t>Hebrew RTL UI</a:t>
            </a:r>
            <a:br/>
            <a:r>
              <a:t>PWA + Service Worker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Docker + Docker Compose</a:t>
            </a:r>
            <a:br/>
            <a:r>
              <a:t>Linux VM (Hyper-V)</a:t>
            </a:r>
            <a:br/>
            <a:r>
              <a:t>Bash automation</a:t>
            </a:r>
            <a:br/>
            <a:r>
              <a:t>Cron pipelines</a:t>
            </a:r>
            <a:br/>
            <a:r>
              <a:t>ngrok tunneling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AI &amp;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Google Gemini API</a:t>
            </a:r>
            <a:br/>
            <a:r>
              <a:t>Stride GTFS API</a:t>
            </a:r>
            <a:br/>
            <a:r>
              <a:t>HERE Traffic v7</a:t>
            </a:r>
            <a:br/>
            <a:r>
              <a:t>Nominatim geocoding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פרוייקט הקוד  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מבנה הקוד, מודולריות ועקרונות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572000" cy="4846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7B83"/>
                </a:solidFill>
                <a:latin typeface="Arial"/>
              </a:defRPr>
            </a:pPr>
            <a:r>
              <a:t>מבנה התיקיות: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finalproject/</a:t>
            </a:r>
            <a:br/>
            <a:r>
              <a:t>├─ bot.py                 # Flask server</a:t>
            </a:r>
            <a:br/>
            <a:r>
              <a:t>├─ gushdan_app.html       # PWA UI</a:t>
            </a:r>
            <a:br/>
            <a:r>
              <a:t>├─ service-worker.js      # PWA cache</a:t>
            </a:r>
            <a:br/>
            <a:r>
              <a:t>├─ producers/             # 5 Kafka producers</a:t>
            </a:r>
            <a:br/>
            <a:r>
              <a:t>├─ collectors/            # Delay collectors</a:t>
            </a:r>
            <a:br/>
            <a:r>
              <a:t>├─ etl/                   # Transformers</a:t>
            </a:r>
            <a:br/>
            <a:r>
              <a:t>├─ storage/               # MinIO + ES writers</a:t>
            </a:r>
            <a:br/>
            <a:r>
              <a:t>├─ airflow/dags/          # 6 DAGs</a:t>
            </a:r>
            <a:br/>
            <a:r>
              <a:t>├─ scripts/               # Automation</a:t>
            </a:r>
            <a:br/>
            <a:r>
              <a:t>│   ├─ wake_backfill.py   # Gap recovery</a:t>
            </a:r>
            <a:br/>
            <a:r>
              <a:t>│   └─ full_backfill.py   # Historical fill</a:t>
            </a:r>
            <a:br/>
            <a:r>
              <a:t>└─ docker-compose.yml     # 9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37160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Resilience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7190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ניסיונות חוזרים, fallback, buffer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14884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Modularity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496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כל producer/transformer בקובץ נפרד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92608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Containerization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273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כל שירות ב-Docker מבודד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70332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Store &amp; 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0507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buffer מקומי + flush אוטומטי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48056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Auto-Recovery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828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wake_backfill + watchdog + cron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525780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605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logs, /health, /status, watchdog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אתגרים שפתרנו  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תקלות אמיתיות שנתקלנו בהן ופתרנו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430000" cy="59436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16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MOT GTFS-RT WAF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904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שימוש ב-Stride API של עמותת הסדנא כפרוקסי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847088"/>
            <a:ext cx="11430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928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74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siri_route vs siri_routes (PLURAL!)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באג נסתר: Stride מתעלם מפרמטר ביחיד ומחזיר הכל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505456"/>
            <a:ext cx="11430000" cy="59436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511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Elasticsearch OOM ב-VM מוגבל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072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heap הורד ל-256-512MB, restart: no — נפתח רק למצגת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163824"/>
            <a:ext cx="11430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095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912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מצב שינה — פערים בנתונים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655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@reboot לא עובד ב-resume! תוקן ל-*/15 cron + סריקה שעה-שעה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22192"/>
            <a:ext cx="11430000" cy="59436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67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49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/status timeout (30+ שניות)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239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boto3 client per-request → module-level singleton → 3 שניות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480559"/>
            <a:ext cx="11430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5262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🗃️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079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MinIO endpoint: localhost vs minio:9000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82311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סקריפטים על host חייבים localhost, Docker משתמש ב-minio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138928"/>
            <a:ext cx="11430000" cy="59436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1846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Kafka InconsistentClusterIdException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ניקוי volume דרך container זמני — בלי sudo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5797296"/>
            <a:ext cx="11430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8430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24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Docker stop — permission denied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099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containers שהורצו ע״י root: פתרון docker exec kill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המשך פיתוח 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מה אפשר להוסיף בעתיד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🗺️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Heat 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מפת חום של עומסי תנועה לפי שעה ויום בשבוע — זיהוי צווארי בקבוק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Real-time Push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40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התראות Push למשתמשים על שיבושים וביטולים בקווים שלהם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Redshift / BigQuery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מחסן נתונים בענן לניתוחים ארוכי טווח ודוחות 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57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כיסוי ארצי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26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הרחבה מגוש דן לכל הארץ — חיפה, ירושלים, באר שבע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657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אינטגרציית רב-קו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526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חיבור למערכת רב-קו לנתוני נוסעים ותפוסה בזמן אמת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57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דוחות אוטומטיים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526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דוח PDF/HTML יומי עם KPIs — אחוז דיוק, קווים בעייתיים, מגמות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תודה רבה! 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DD0E1"/>
                </a:solidFill>
                <a:latin typeface="Arial"/>
              </a:defRPr>
            </a:pPr>
            <a:r>
              <a:t>שאלות?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F7FA"/>
                </a:solidFill>
                <a:latin typeface="Arial"/>
              </a:defRPr>
            </a:pPr>
            <a:r>
              <a:t>🚌 ניטור תחבורה ציבורית בזמן אמת — גוש דן ותל אביב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DD0E1"/>
                </a:solidFill>
                <a:latin typeface="Arial"/>
              </a:defRPr>
            </a:pPr>
            <a:r>
              <a:t>Israel Public Transit Real-Time Monitoring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github.com/zivversano/finalproject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