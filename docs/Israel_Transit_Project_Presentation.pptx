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🚌 ניטור תחבורה ציבורית — זמן אמת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F7FA"/>
                </a:solidFill>
                <a:latin typeface="Arial"/>
              </a:defRPr>
            </a:pPr>
            <a:r>
              <a:t>פלטפורמת ניטור Big Data לתחבורה ציבורית בגוש דן ותל אביב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D0E1"/>
                </a:solidFill>
                <a:latin typeface="Arial"/>
              </a:defRPr>
            </a:pPr>
            <a:r>
              <a:t>Real-Time Public Transit Monitoring — Big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Kafka • Airflow • Elasticsearch • MinIO • Kibana • Flask • PWA • ngrok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פרויקט סיום • מאי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סקירה כללית של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המערכת עושה?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Arial"/>
              </a:defRPr>
            </a:pPr>
            <a:r>
              <a:t>פלטפורמה לניטור תחבורה ציבורית בזמן אמת — איסוף, עיבוד, אחסון והצגה של נתוני GPS מאלפי אוטובוסים ורכבות בגוש דן.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מעקב חי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מיקום GPS של אלפי אוטובוסים ורכבות מתעדכן כל 2 דקות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ניתוח 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דשבורדים ב-Kibana — איחורים, עומסי תנועה, פעילות מפעילים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תנועה בכבישים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מהירויות ועומסים מ-HERE Traffic API לכל הארץ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אפליקציה ניידית +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PWA בסגנון Moovit + AI agent עם Gemini</a:t>
            </a:r>
            <a:br/>
            <a:r>
              <a:t>נגישה מרחוק דרך ngrok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ארכיטקטורה — תמונה כוללת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ארבע שכבות: מקור נתונים → ייבוא → אחסון → הצגה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📡 מקור הנתונים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External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Open Bus Stride (Hasadna)</a:t>
            </a:r>
            <a:br/>
            <a:r>
              <a:t>MOT GTFS-RT</a:t>
            </a:r>
            <a:br/>
            <a:r>
              <a:t>HERE Traffic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🔄 שכבת ייבוא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Ingestion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Apache Kafka — 9 topics</a:t>
            </a:r>
            <a:br/>
            <a:r>
              <a:t>Apache Airflow — 6 DAGs</a:t>
            </a:r>
            <a:br/>
            <a:r>
              <a:t>Python Producers</a:t>
            </a:r>
            <a:br/>
            <a:r>
              <a:t>Cron Pipeline + Watchdog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💾 שכבת אחסון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MinIO — Data Lake (raw JSON)</a:t>
            </a:r>
            <a:br/>
            <a:r>
              <a:t>Elasticsearch — searchable index</a:t>
            </a:r>
            <a:br/>
            <a:r>
              <a:t>PostgreSQL — GTFS static</a:t>
            </a:r>
            <a:br/>
            <a:r>
              <a:t>Local Buffer — Store &amp; Forward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371600"/>
            <a:ext cx="256032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463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🖥️ שכבת הצגה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8745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Presentation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28600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Arial"/>
              </a:defRPr>
            </a:pPr>
            <a:r>
              <a:t>Flask Bot (port 5000)</a:t>
            </a:r>
            <a:br/>
            <a:r>
              <a:t>Kibana Dashboards</a:t>
            </a:r>
            <a:br/>
            <a:r>
              <a:t>Gush Dan PWA (ניידית)</a:t>
            </a:r>
            <a:br/>
            <a:r>
              <a:t>ngrok — גישה מרחוק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0175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מקורות הנתונים  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3 APIs ציבוריים — ללא צורך ברישום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Open Bus Stride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open-bus-stride-api.hasadna.org.il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מיקומי GPS של אוטובוסים ורכבות (SIRI)</a:t>
            </a:r>
            <a:br/>
            <a:r>
              <a:t>• מסלולי קווים מלאים (GTFS)</a:t>
            </a:r>
            <a:br/>
            <a:r>
              <a:t>• 12 מפעילים: דן, אגד, סופרבוס, רכבת ישראל...</a:t>
            </a:r>
            <a:br/>
            <a:r>
              <a:t>• נתונים היסטוריים לבאקפיל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MOT GTFS-RT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gtfs.mot.gov.il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TripUpdates — עיכובי נסיעות</a:t>
            </a:r>
            <a:br/>
            <a:r>
              <a:t>• ServiceAlerts — התראות שירות</a:t>
            </a:r>
            <a:br/>
            <a:r>
              <a:t>• VehiclePositions — מיקומי רכבים</a:t>
            </a:r>
            <a:br/>
            <a:r>
              <a:t>• Protocol Buffers בינארי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HERE Traffic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data.traffic.hereapi.com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מהירות בפועל ומהירות חופשית</a:t>
            </a:r>
            <a:br/>
            <a:r>
              <a:t>• Jam Factor (0-10) — מקדם עומס</a:t>
            </a:r>
            <a:br/>
            <a:r>
              <a:t>• 11 אזורי כיסוי בישראל</a:t>
            </a:r>
            <a:br/>
            <a:r>
              <a:t>• עדכון: כל 5 דקות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הייבוא 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Apache Kafka + Apache Airflow + Cron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Kafka — 9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4592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bus-positions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99339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train-positions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300/דק׳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340864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traffic-data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359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443/דק׳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688336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trip-updates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7066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7066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035808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0540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service-alerts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540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0540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133/דק׳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38328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401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delay-events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4015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4015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אירועי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73075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49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pipeline-errors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7490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749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שגיאות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Airflow — 6 DAGs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6459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6733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dag_realtime_ingestion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16733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2 דקות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6733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מריץ Producers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205740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208483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dag_etl_transform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08483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08483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Kafka → Delay events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246888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9631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dag_es_indexer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49631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249631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MinIO → 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288036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dag_direct_traffic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90779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290779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HERE → MinIO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329184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3192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331927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שעה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31927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37033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37307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dag_gtfs_load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37307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פעם ביום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7307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 סטטי → PostgreSQL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" y="5029200"/>
            <a:ext cx="11430000" cy="109728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🛡️ Cron Pipeline + Watchdog — גיבוי כפול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resilient_pipeline_run.sh (כל 5 דק׳) + watchdog.sh (כל דק׳) + wake_backfill.py (כל 15 דק׳ — זיהוי פערים אוטומטי)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האחסון  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שלוש מערכות אחסון לפי סוג השימוש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6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🗄️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— Data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S3-compatible Object Store</a:t>
            </a:r>
            <a:br/>
            <a:br/>
            <a:r>
              <a:t>Bucket: israel-transit-lake</a:t>
            </a:r>
            <a:br/>
            <a:br/>
            <a:r>
              <a:t>מבנה: raw/{topic}/year=Y/month=M/day=D/hour=H</a:t>
            </a:r>
            <a:br/>
            <a:br/>
            <a:r>
              <a:t>גרסאות: raw + processed</a:t>
            </a:r>
            <a:br/>
            <a:br/>
            <a:r>
              <a:t>נתונים: ~4,600+ קבצים</a:t>
            </a:r>
            <a:br/>
            <a:br/>
            <a:r>
              <a:t>באקפיל: 156K רשומות היסטוריות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Elasticsearch 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Distributed Search Engine</a:t>
            </a:r>
            <a:br/>
            <a:br/>
            <a:r>
              <a:t>transit-bus-positions: 268K docs</a:t>
            </a:r>
            <a:br/>
            <a:r>
              <a:t>transit-train-positions: 508K docs</a:t>
            </a:r>
            <a:br/>
            <a:r>
              <a:t>transit-traffic: 67K docs</a:t>
            </a:r>
            <a:br/>
            <a:r>
              <a:t>transit-trip-updates: 51K docs</a:t>
            </a:r>
            <a:br/>
            <a:r>
              <a:t>transit-service-alerts: 17K docs</a:t>
            </a:r>
            <a:br/>
            <a:br/>
            <a:r>
              <a:t>Heap: 256-512MB (מוטבל ל-VM)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PostgreSQL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Relational Database</a:t>
            </a:r>
            <a:br/>
            <a:br/>
            <a:r>
              <a:t>Schema: gtfs</a:t>
            </a:r>
            <a:br/>
            <a:r>
              <a:t>(routes, stops, trips, stop_times)</a:t>
            </a:r>
            <a:br/>
            <a:br/>
            <a:r>
              <a:t>Schema: airflow</a:t>
            </a:r>
            <a:br/>
            <a:r>
              <a:t>(DAG runs, tasks)</a:t>
            </a:r>
            <a:br/>
            <a:br/>
            <a:r>
              <a:t>Port: 5432</a:t>
            </a:r>
            <a:br/>
            <a:br/>
            <a:r>
              <a:t>טעינת GTFS אוטומטית ב-run.sh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זרימת נתונים מקצה לקצה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מסע של רשומה אחת מה-API עד למשתמש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7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1️⃣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API חיצוני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Stride /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2️⃣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3️⃣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Kafka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Topic + 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199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4️⃣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Airflow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5️⃣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MinIO + 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6️⃣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Flask / Kibana / PWA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38404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💡 דוגמה: GPS של אוטובוס דן קו 1 ביציאה מתחנה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97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Stride API → BusProducer → Kafka 'bus-positions' → Airflow consumer → MinIO (raw + processed) → Elasticsearch → Kibana / PWA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עמידות המערכת  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Store-and-Forward + השלמת פערים אוטומטית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מצב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MinIO → ES</a:t>
            </a:r>
            <a:br/>
            <a:r>
              <a:t>הנתונים זורמים ישירות, אפס פערים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נופל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Local Buffer</a:t>
            </a:r>
            <a:br/>
            <a:r>
              <a:t>נשמר על דיסק ב-/buffer/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חוזר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Buffer → Flush → MinIO → ES</a:t>
            </a:r>
            <a:br/>
            <a:r>
              <a:t>אוטומטי בריצת cron הבאה (5 דק׳)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474720"/>
            <a:ext cx="11430000" cy="25603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007B83"/>
                </a:solidFill>
                <a:latin typeface="Arial"/>
              </a:defRPr>
            </a:pPr>
            <a:r>
              <a:t>💡 חדש! השלמת פערים אוטומטית (wake_backfill.py)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בעיה: כשהלפטופ במצב שינה, ה-VM עושה pause —</a:t>
            </a:r>
            <a:br/>
            <a:r>
              <a:t>אין איסוף נתונים במשך השינה.</a:t>
            </a:r>
            <a:br/>
            <a:br/>
            <a:r>
              <a:t>פתרון: סקריפט שרץ כל 15 דקות (cron),</a:t>
            </a:r>
            <a:br/>
            <a:r>
              <a:t>סורק 24 שעות אחורה שעה-שעה,</a:t>
            </a:r>
            <a:br/>
            <a:r>
              <a:t>מזהה פערים וממלא מ-Stride API.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776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E7D32"/>
                </a:solidFill>
                <a:latin typeface="Arial"/>
              </a:defRPr>
            </a:pPr>
            <a:r>
              <a:t>תוצאות בפועל:</a:t>
            </a:r>
            <a:br/>
            <a:br/>
            <a:r>
              <a:t>• 13 ימים חסרים מולאו בהרצה אחת</a:t>
            </a:r>
            <a:br/>
            <a:r>
              <a:t>• 156,000 רשומות אוטובוסים</a:t>
            </a:r>
            <a:br/>
            <a:r>
              <a:t>• 58,804 רשומות נסיעות</a:t>
            </a:r>
            <a:br/>
            <a:r>
              <a:t>• אפס איבוד נתונים!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ממשק המשתמש  🖥️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ניידית + Flask Bot + Kibana + גישה מרחוק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9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PWA (ניידית!)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אפליקציה בסגנון Moovit</a:t>
            </a:r>
            <a:br/>
            <a:br/>
            <a:r>
              <a:t>• מפה אינטראקטיבית (Leaflet)</a:t>
            </a:r>
            <a:br/>
            <a:r>
              <a:t>• 12 מפעילים עם קווים פעילים</a:t>
            </a:r>
            <a:br/>
            <a:r>
              <a:t>• מסלול קו עם תחנות GTFS</a:t>
            </a:r>
            <a:br/>
            <a:r>
              <a:t>• דנקל קו אדום (22 תחנות)</a:t>
            </a:r>
            <a:br/>
            <a:r>
              <a:t>• Service Worker + Cache</a:t>
            </a:r>
            <a:br/>
            <a:r>
              <a:t>• נגישה מנייד: QR → מובייל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Flask Bot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bot.py — port 5000</a:t>
            </a:r>
            <a:br/>
            <a:br/>
            <a:r>
              <a:t>• /gushdan — אפליקציית PWA</a:t>
            </a:r>
            <a:br/>
            <a:r>
              <a:t>• /ask — Gemini AI agent</a:t>
            </a:r>
            <a:br/>
            <a:r>
              <a:t>• /status — סטטוס מערכת</a:t>
            </a:r>
            <a:br/>
            <a:r>
              <a:t>• /proxy/stride/* — מעקף CORS</a:t>
            </a:r>
            <a:br/>
            <a:r>
              <a:t>• /gtfs/* — שאילתות PostgreSQL</a:t>
            </a:r>
            <a:br/>
            <a:r>
              <a:t>• /api/dankal — רכבת קלה</a:t>
            </a:r>
            <a:br/>
            <a:r>
              <a:t>• 20+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Kibana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Kibana 8.8 — port 5601</a:t>
            </a:r>
            <a:br/>
            <a:br/>
            <a:r>
              <a:t>• ניטור תחבורה — זמן אמת</a:t>
            </a:r>
            <a:br/>
            <a:r>
              <a:t>• ניתוח תנועה ועיכובים</a:t>
            </a:r>
            <a:br/>
            <a:r>
              <a:t>• 70+ ויזואליזציות</a:t>
            </a:r>
            <a:br/>
            <a:r>
              <a:t>• 5 index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גישה מרחוק (ngrok)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גישה מכל מקום</a:t>
            </a:r>
            <a:br/>
            <a:br/>
            <a:r>
              <a:t>• ngrok tunnel → port 5000</a:t>
            </a:r>
            <a:br/>
            <a:r>
              <a:t>• נגישה מהנייד מחוץ לבית</a:t>
            </a:r>
            <a:br/>
            <a:r>
              <a:t>• QR Code לסריקה מהירה</a:t>
            </a:r>
            <a:br/>
            <a:r>
              <a:t>• HTTPS אוטומטי</a:t>
            </a:r>
            <a:br/>
            <a:r>
              <a:t>• Auto-start ב-boot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המערכת בזמן אמת  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מספרים מתוך ה-VM הפועל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268,771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אוטובוס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508,772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רכבת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67,423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מקטעי תנועה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51,874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עדכוני נסיעה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17,512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4,600+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קבצים ב-MinIO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9260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📦 נתונים שמולאו בבאקפיל (Stride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156,000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אוטובוסים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58,804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נסיעות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חסרים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38+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עם נתונים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33333"/>
                </a:solidFill>
                <a:latin typeface="Arial"/>
              </a:defRPr>
            </a:pPr>
            <a:r>
              <a:t>🟢 קווים פעילים עכשיו (velocity &gt; 0):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דן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אגד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סופרבוס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כל הטכנולוגיות שבשימוש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Python 3.12</a:t>
            </a:r>
            <a:br/>
            <a:r>
              <a:t>Flask (HTTP server)</a:t>
            </a:r>
            <a:br/>
            <a:r>
              <a:t>asyncio + threading</a:t>
            </a:r>
            <a:br/>
            <a:r>
              <a:t>boto3 (S3/MinIO)</a:t>
            </a:r>
            <a:br/>
            <a:r>
              <a:t>elasticsearch-py</a:t>
            </a:r>
            <a:br/>
            <a:r>
              <a:t>kafka-python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Big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Apache Kafka 7.5</a:t>
            </a:r>
            <a:br/>
            <a:r>
              <a:t>Apache Airflow 2.7</a:t>
            </a:r>
            <a:br/>
            <a:r>
              <a:t>Elasticsearch 8.8</a:t>
            </a:r>
            <a:br/>
            <a:r>
              <a:t>MinIO (S3-compatible)</a:t>
            </a:r>
            <a:br/>
            <a:r>
              <a:t>Apache Zookeeper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PostgreSQL 13</a:t>
            </a:r>
            <a:br/>
            <a:r>
              <a:t>psycopg2</a:t>
            </a:r>
            <a:br/>
            <a:r>
              <a:t>SQL (GTFS schema)</a:t>
            </a:r>
            <a:br/>
            <a:r>
              <a:t>Hive-style partitions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HTML5 + JavaScript ES6+</a:t>
            </a:r>
            <a:br/>
            <a:r>
              <a:t>Leaflet (maps)</a:t>
            </a:r>
            <a:br/>
            <a:r>
              <a:t>Kibana 8.8</a:t>
            </a:r>
            <a:br/>
            <a:r>
              <a:t>Hebrew RTL UI</a:t>
            </a:r>
            <a:br/>
            <a:r>
              <a:t>PWA + Service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Docker + Docker Compose</a:t>
            </a:r>
            <a:br/>
            <a:r>
              <a:t>Linux VM (Hyper-V)</a:t>
            </a:r>
            <a:br/>
            <a:r>
              <a:t>Bash automation</a:t>
            </a:r>
            <a:br/>
            <a:r>
              <a:t>Cron pipelines</a:t>
            </a:r>
            <a:br/>
            <a:r>
              <a:t>ngrok tunneling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AI &amp;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Google Gemini API</a:t>
            </a:r>
            <a:br/>
            <a:r>
              <a:t>Stride GTFS API</a:t>
            </a:r>
            <a:br/>
            <a:r>
              <a:t>HERE Traffic v7</a:t>
            </a:r>
            <a:br/>
            <a:r>
              <a:t>Nominatim geocoding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פרוייקט הקוד 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מבנה הקוד, מודולריות ועקרונות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4572000" cy="4846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מבנה התיקיות: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finalproject/</a:t>
            </a:r>
            <a:br/>
            <a:r>
              <a:t>├─ bot.py                 # Flask server</a:t>
            </a:r>
            <a:br/>
            <a:r>
              <a:t>├─ gushdan_app.html       # PWA UI</a:t>
            </a:r>
            <a:br/>
            <a:r>
              <a:t>├─ service-worker.js      # PWA cache</a:t>
            </a:r>
            <a:br/>
            <a:r>
              <a:t>├─ producers/             # 5 Kafka producers</a:t>
            </a:r>
            <a:br/>
            <a:r>
              <a:t>├─ collectors/            # Delay collectors</a:t>
            </a:r>
            <a:br/>
            <a:r>
              <a:t>├─ etl/                   # Transformers</a:t>
            </a:r>
            <a:br/>
            <a:r>
              <a:t>├─ storage/               # MinIO + ES writers</a:t>
            </a:r>
            <a:br/>
            <a:r>
              <a:t>├─ airflow/dags/          # 6 DAGs</a:t>
            </a:r>
            <a:br/>
            <a:r>
              <a:t>├─ scripts/               # Automation</a:t>
            </a:r>
            <a:br/>
            <a:r>
              <a:t>│   ├─ wake_backfill.py   # Gap recovery</a:t>
            </a:r>
            <a:br/>
            <a:r>
              <a:t>│   └─ full_backfill.py   # Historical fill</a:t>
            </a:r>
            <a:br/>
            <a:r>
              <a:t>└─ docker-compose.yml     # 9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3716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417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190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ניסיונות חוזרים, fallback, buffer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214884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Modularity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496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producer/transformer בקובץ נפרד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92608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Containerization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שירות ב-Docker מבודד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370332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Store &amp; 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0507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buffer מקומי + flush אוטומטי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448056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4526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Auto-Recovery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828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wake_backfill + watchdog + cron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52578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303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logs, /health, /status, watchdog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אתגרים שפתרנו  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תקלות אמיתיות שנתקלנו בהן ופתרנו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MOT GTFS-RT WAF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9047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שימוש ב-Stride API של עמותת הסדנא כפרוקסי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847088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siri_route vs siri_routes (PLURAL!)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באג נסתר: Stride מתעלם מפרמטר ביחיד ומחזיר הכל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505456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1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Elasticsearch OOM ב-VM מוגבל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heap הורד ל-256-512MB, restart: no — נפתח רק למצגת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163824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912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מצב שינה — פערים בנתונים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6557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@reboot לא עובד ב-resume! תוקן ל-*/15 cron + סריקה שעה-שעה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822192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67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496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/status timeout (30+ שניות)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239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boto3 client per-request → module-level singleton → 3 שניות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480559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2627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🗃️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079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MinIO endpoint: localhost vs minio:9000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782311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סקריפטים על host חייבים localhost, Docker משתמש ב-minio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38928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184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Kafka InconsistentClusterIdException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ניקוי volume דרך container זמני — בלי sudo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797296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8430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24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Docker stop — permission denied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containers שהורצו ע״י root: פתרון docker exec kill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המשך פיתוח 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אפשר להוסיף בעתיד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ML Predictions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מודל ML לחיזוי איחורים על בסיס היסטוריה + תנועה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Heat 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מפת חום של עומסי תנועה לפי שעה ויום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Real-time Push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התראות Push למשתמשים על שיבושים בקווים שלהם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Redshift / BigQuery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מחסן נתונים בענן לניתוחים ארוכי טווח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3657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All-Israel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הרחבה מגוש דן לכל הארץ + ערים נוספות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Native Mobile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React Native / Flutter ל-iOS ו-Android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Arial"/>
              </a:defRPr>
            </a:pPr>
            <a:r>
              <a:t>תודה רבה!  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DD0E1"/>
                </a:solidFill>
                <a:latin typeface="Arial"/>
              </a:defRPr>
            </a:pPr>
            <a:r>
              <a:t>שאלות?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F7FA"/>
                </a:solidFill>
                <a:latin typeface="Arial"/>
              </a:defRPr>
            </a:pPr>
            <a:r>
              <a:t>🚌 ניטור תחבורה ציבורית בזמן אמת — גוש דן ותל אביב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Israel Public Transit Real-Time Monitoring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github.com/zivversano/finalproject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